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Quartalsbericht Q3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Umsatz +11 %</a:t>
            </a:r>
          </a:p>
          <a:p>
            <a:r>
              <a:t>Neue Märkte: Österreich, Schweiz</a:t>
            </a:r>
          </a:p>
          <a:p>
            <a:r>
              <a:t>Ziel: 1,5 Mio €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